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784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8118E-E6BF-4721-8EFC-6C2AF0EA6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E77736E-9FD5-4513-BB75-158D23008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909327-E581-4C27-A086-BC837FBC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E404B0-A8A7-4344-A375-3DD1DCC7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443318-B555-495A-843A-D0FD51A4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660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2F646-39B1-44D6-B12D-2A1D06378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0CAEA7-86FB-4A32-BE20-1D2D95C65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FB9355-0D55-462E-BF24-B62550B2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3DBEBA-A4FD-4B42-9F6F-16696277E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E63A2F-A6EB-4165-9B07-6F4E2D2CF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937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78D4D0-3943-4862-8444-9862629F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B9C0C0-52AF-4999-973C-4FDDCF4AC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FC903E-C454-4663-B63A-79116FF23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E251AD-3B67-4644-AB7B-DDCDFFF8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970918-E610-4352-B6BC-1E8C7B87D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705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B95879-B965-479B-93C2-70CF330F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6479AC-5FEC-43BD-965B-3EEF5ED45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8BEBE9-706D-495C-8815-905CC5AEA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12C20C-E81B-42FF-8480-B2E93FDDB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37CCDA-39AB-48D9-85FD-9BDD92B7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1BACE9-E665-404A-AECE-22FB1FB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70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EA8B3-26A4-46D2-9EFB-A6F691262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6B724D-FFD3-4C47-966B-F9F81B08A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01CD7-3522-4EE2-8F5D-D98560D5D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F0417FE-6AA7-4458-98C2-B318CDB799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94DD79-A3CF-4F03-AA95-F307118262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47DDDA3-A1BE-4C3C-B005-DE59A6EA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D720EC-B7F8-4B6B-A7FC-CF06139D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1DC01A2-9526-4B1C-9997-749F32E6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60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C2A49-835D-40C5-B1D0-0C2F6F708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47BFA4-958E-4F8A-B4B5-B59B140A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03755DD-8518-47F2-AA4D-A683AF86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01BE92-99B9-4AEA-B300-4977AB5DB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10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225B6E-7D72-4246-B5D9-EAB222B7C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F61016-6C31-4D23-8747-75C27541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8414D0-9AC1-4895-BA8C-EEAC27EA1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35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1B6A1-4122-4FF8-8E47-32275D6E8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F5637-9717-485B-833A-86DF594AF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9C66FE-97AF-4498-8B4B-F58BAACD5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E4FF87-74AC-4D59-9EE7-7775C9BF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7F6850-6352-4A1A-ACDB-D729CDE8D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ECA857-9237-4708-B358-0BF108DC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01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15B99-A23E-4297-AE0E-F782C4A69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79C58D-92D7-480A-A33E-34022FA867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90065C-FC30-450F-A0C4-E17D8C862C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42C8B5-49FB-4400-9EBB-E83DC4D9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41CCA6-9447-46A9-B90A-2FC2ABB4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B5FFFE-08B4-4033-8C9A-13530354D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36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98AE0B-A334-49B9-9F3E-64561B474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03FAED-7B29-48B4-BFAA-C5DEDAB52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D89C6-4E41-4ADE-BD43-F403913F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D3BEBA-D806-47DA-97CA-6BBF7E37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90FFEC-62DC-47D9-A0FF-F3F9C6A51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13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DBA2FF-9F95-427F-AB9A-AF9CDA000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8728B2-96C1-4E3B-B543-0DF541126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3B9143-4E60-46F5-986E-DE7E3AE2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0D925-9C79-4D09-AF76-DDADBE2D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9F4C3-1947-467E-8185-2E252382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466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A28AE7-82B1-4B49-8202-37CC0F92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B1BFA1-F20F-4190-93D4-1894AE0DF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DE866-BB71-4655-A389-C3F80D33A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C4657-2DC1-4BE9-B682-830F49EE9CA0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0F9FBB-375C-40E3-AB72-1C19419AA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662802-8B23-40C1-A35D-A5D11E8A9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572BC-E9B7-4D6D-9316-0D88F19CBE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41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5C8E30-B03F-4BA7-9C07-8D987296D052}"/>
              </a:ext>
            </a:extLst>
          </p:cNvPr>
          <p:cNvSpPr/>
          <p:nvPr/>
        </p:nvSpPr>
        <p:spPr>
          <a:xfrm>
            <a:off x="536846" y="1407395"/>
            <a:ext cx="7152979" cy="4068678"/>
          </a:xfrm>
          <a:prstGeom prst="rect">
            <a:avLst/>
          </a:prstGeom>
          <a:solidFill>
            <a:srgbClr val="475F77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b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Sensor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32E9899-F46B-477C-B729-548D5FB8F803}"/>
              </a:ext>
            </a:extLst>
          </p:cNvPr>
          <p:cNvSpPr/>
          <p:nvPr/>
        </p:nvSpPr>
        <p:spPr>
          <a:xfrm>
            <a:off x="3424745" y="1753218"/>
            <a:ext cx="1229592" cy="2738258"/>
          </a:xfrm>
          <a:prstGeom prst="rect">
            <a:avLst/>
          </a:prstGeom>
          <a:solidFill>
            <a:srgbClr val="92D050"/>
          </a:solidFill>
          <a:ln w="25400" cap="flat" cmpd="sng" algn="ctr">
            <a:solidFill>
              <a:srgbClr val="00B05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MCU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3813B4-63D7-40B2-8B6D-57B8B7B15A67}"/>
              </a:ext>
            </a:extLst>
          </p:cNvPr>
          <p:cNvSpPr/>
          <p:nvPr/>
        </p:nvSpPr>
        <p:spPr>
          <a:xfrm>
            <a:off x="5804671" y="2090094"/>
            <a:ext cx="1229592" cy="688936"/>
          </a:xfrm>
          <a:prstGeom prst="rect">
            <a:avLst/>
          </a:prstGeom>
          <a:solidFill>
            <a:srgbClr val="D74B4B">
              <a:lumMod val="60000"/>
              <a:lumOff val="40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LIN SBC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B09712-1E23-43ED-A26D-361126BB2758}"/>
              </a:ext>
            </a:extLst>
          </p:cNvPr>
          <p:cNvSpPr/>
          <p:nvPr/>
        </p:nvSpPr>
        <p:spPr>
          <a:xfrm>
            <a:off x="5804671" y="3148242"/>
            <a:ext cx="1229592" cy="688936"/>
          </a:xfrm>
          <a:prstGeom prst="rect">
            <a:avLst/>
          </a:prstGeom>
          <a:solidFill>
            <a:srgbClr val="00B0F0"/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Signal</a:t>
            </a:r>
          </a:p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Unit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0EDF60-C9DF-4846-864F-D10AD47D7371}"/>
              </a:ext>
            </a:extLst>
          </p:cNvPr>
          <p:cNvCxnSpPr>
            <a:cxnSpLocks/>
          </p:cNvCxnSpPr>
          <p:nvPr/>
        </p:nvCxnSpPr>
        <p:spPr>
          <a:xfrm flipH="1">
            <a:off x="7034263" y="2222063"/>
            <a:ext cx="2654879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F9ECDC6-9EC8-4CAB-ACD0-D7FF0412EDAD}"/>
              </a:ext>
            </a:extLst>
          </p:cNvPr>
          <p:cNvCxnSpPr>
            <a:cxnSpLocks/>
          </p:cNvCxnSpPr>
          <p:nvPr/>
        </p:nvCxnSpPr>
        <p:spPr>
          <a:xfrm>
            <a:off x="7126051" y="4265841"/>
            <a:ext cx="2563091" cy="0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F8C3928-F63F-429C-8F63-368A17420131}"/>
              </a:ext>
            </a:extLst>
          </p:cNvPr>
          <p:cNvCxnSpPr>
            <a:cxnSpLocks/>
          </p:cNvCxnSpPr>
          <p:nvPr/>
        </p:nvCxnSpPr>
        <p:spPr>
          <a:xfrm>
            <a:off x="3934423" y="4610394"/>
            <a:ext cx="22960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9553657-E635-46BE-9627-A876FC2A233E}"/>
              </a:ext>
            </a:extLst>
          </p:cNvPr>
          <p:cNvCxnSpPr>
            <a:cxnSpLocks/>
          </p:cNvCxnSpPr>
          <p:nvPr/>
        </p:nvCxnSpPr>
        <p:spPr>
          <a:xfrm>
            <a:off x="3962998" y="4667544"/>
            <a:ext cx="176212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9C51D86-03F8-471D-90A2-820410478F5B}"/>
              </a:ext>
            </a:extLst>
          </p:cNvPr>
          <p:cNvCxnSpPr>
            <a:cxnSpLocks/>
          </p:cNvCxnSpPr>
          <p:nvPr/>
        </p:nvCxnSpPr>
        <p:spPr>
          <a:xfrm>
            <a:off x="3987820" y="4729455"/>
            <a:ext cx="127578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2F9E82F-01F4-4C5D-96BB-CC09B4C76D76}"/>
              </a:ext>
            </a:extLst>
          </p:cNvPr>
          <p:cNvCxnSpPr>
            <a:cxnSpLocks/>
          </p:cNvCxnSpPr>
          <p:nvPr/>
        </p:nvCxnSpPr>
        <p:spPr>
          <a:xfrm flipV="1">
            <a:off x="4043961" y="4491476"/>
            <a:ext cx="0" cy="12858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A03E321-7DC1-4878-B146-5787918EC3D7}"/>
              </a:ext>
            </a:extLst>
          </p:cNvPr>
          <p:cNvCxnSpPr>
            <a:cxnSpLocks/>
          </p:cNvCxnSpPr>
          <p:nvPr/>
        </p:nvCxnSpPr>
        <p:spPr>
          <a:xfrm>
            <a:off x="6366070" y="3961005"/>
            <a:ext cx="22960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740790A-E7F8-4D42-A21E-0BA95E4CAF42}"/>
              </a:ext>
            </a:extLst>
          </p:cNvPr>
          <p:cNvCxnSpPr>
            <a:cxnSpLocks/>
          </p:cNvCxnSpPr>
          <p:nvPr/>
        </p:nvCxnSpPr>
        <p:spPr>
          <a:xfrm>
            <a:off x="6394645" y="4018155"/>
            <a:ext cx="176212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6C70FD2-C651-4ACB-B6E5-468BF85BE330}"/>
              </a:ext>
            </a:extLst>
          </p:cNvPr>
          <p:cNvCxnSpPr>
            <a:cxnSpLocks/>
          </p:cNvCxnSpPr>
          <p:nvPr/>
        </p:nvCxnSpPr>
        <p:spPr>
          <a:xfrm>
            <a:off x="6419467" y="4080066"/>
            <a:ext cx="127578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7F60D80-40CF-473D-B85C-1DF90DD6EE75}"/>
              </a:ext>
            </a:extLst>
          </p:cNvPr>
          <p:cNvCxnSpPr>
            <a:cxnSpLocks/>
          </p:cNvCxnSpPr>
          <p:nvPr/>
        </p:nvCxnSpPr>
        <p:spPr>
          <a:xfrm flipV="1">
            <a:off x="6475608" y="3842087"/>
            <a:ext cx="0" cy="12858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ABD0E4F-3B43-4B64-A7EA-89F1F378481B}"/>
              </a:ext>
            </a:extLst>
          </p:cNvPr>
          <p:cNvCxnSpPr>
            <a:cxnSpLocks/>
          </p:cNvCxnSpPr>
          <p:nvPr/>
        </p:nvCxnSpPr>
        <p:spPr>
          <a:xfrm>
            <a:off x="7008865" y="4375342"/>
            <a:ext cx="22960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4C1524D-6C1F-4C29-8ACE-E046B7502B07}"/>
              </a:ext>
            </a:extLst>
          </p:cNvPr>
          <p:cNvCxnSpPr>
            <a:cxnSpLocks/>
          </p:cNvCxnSpPr>
          <p:nvPr/>
        </p:nvCxnSpPr>
        <p:spPr>
          <a:xfrm>
            <a:off x="7037440" y="4432492"/>
            <a:ext cx="176212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C567567-8792-48A5-A9CD-BD807745ADA5}"/>
              </a:ext>
            </a:extLst>
          </p:cNvPr>
          <p:cNvCxnSpPr>
            <a:cxnSpLocks/>
          </p:cNvCxnSpPr>
          <p:nvPr/>
        </p:nvCxnSpPr>
        <p:spPr>
          <a:xfrm>
            <a:off x="7062262" y="4494403"/>
            <a:ext cx="127578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2B4A499-7BF2-41FB-8387-440ADBA0D31B}"/>
              </a:ext>
            </a:extLst>
          </p:cNvPr>
          <p:cNvCxnSpPr>
            <a:cxnSpLocks/>
          </p:cNvCxnSpPr>
          <p:nvPr/>
        </p:nvCxnSpPr>
        <p:spPr>
          <a:xfrm flipV="1">
            <a:off x="7118403" y="4256424"/>
            <a:ext cx="0" cy="12858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F561869-4CF8-42D2-8462-4D43E83DBBC4}"/>
              </a:ext>
            </a:extLst>
          </p:cNvPr>
          <p:cNvCxnSpPr>
            <a:cxnSpLocks/>
          </p:cNvCxnSpPr>
          <p:nvPr/>
        </p:nvCxnSpPr>
        <p:spPr>
          <a:xfrm>
            <a:off x="6696703" y="2903730"/>
            <a:ext cx="229609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2BB7E3A-35C8-46FC-AF50-F8764577070A}"/>
              </a:ext>
            </a:extLst>
          </p:cNvPr>
          <p:cNvCxnSpPr>
            <a:cxnSpLocks/>
          </p:cNvCxnSpPr>
          <p:nvPr/>
        </p:nvCxnSpPr>
        <p:spPr>
          <a:xfrm>
            <a:off x="6725278" y="2960880"/>
            <a:ext cx="176212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0A6C23C4-F6C5-4CBA-AB66-EB489B7B8CD1}"/>
              </a:ext>
            </a:extLst>
          </p:cNvPr>
          <p:cNvCxnSpPr>
            <a:cxnSpLocks/>
          </p:cNvCxnSpPr>
          <p:nvPr/>
        </p:nvCxnSpPr>
        <p:spPr>
          <a:xfrm>
            <a:off x="6750100" y="3022791"/>
            <a:ext cx="127578" cy="0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DD13DE59-B80D-41FE-94B0-7794878062AA}"/>
              </a:ext>
            </a:extLst>
          </p:cNvPr>
          <p:cNvCxnSpPr>
            <a:cxnSpLocks/>
          </p:cNvCxnSpPr>
          <p:nvPr/>
        </p:nvCxnSpPr>
        <p:spPr>
          <a:xfrm flipV="1">
            <a:off x="6806241" y="2784812"/>
            <a:ext cx="0" cy="128587"/>
          </a:xfrm>
          <a:prstGeom prst="line">
            <a:avLst/>
          </a:prstGeom>
          <a:noFill/>
          <a:ln w="190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5DB6498-E812-44C4-9CD9-F48852C86115}"/>
              </a:ext>
            </a:extLst>
          </p:cNvPr>
          <p:cNvSpPr txBox="1"/>
          <p:nvPr/>
        </p:nvSpPr>
        <p:spPr>
          <a:xfrm>
            <a:off x="8558552" y="1877475"/>
            <a:ext cx="85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V_BAT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B324B1-8051-403C-81A5-C150A5C27BD0}"/>
              </a:ext>
            </a:extLst>
          </p:cNvPr>
          <p:cNvSpPr txBox="1"/>
          <p:nvPr/>
        </p:nvSpPr>
        <p:spPr>
          <a:xfrm>
            <a:off x="7689825" y="3153813"/>
            <a:ext cx="236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SIGNAL _VIU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C6F42EB-440F-4F7E-8B65-3A0BB0FA3F6F}"/>
              </a:ext>
            </a:extLst>
          </p:cNvPr>
          <p:cNvSpPr txBox="1"/>
          <p:nvPr/>
        </p:nvSpPr>
        <p:spPr>
          <a:xfrm>
            <a:off x="8649181" y="3920242"/>
            <a:ext cx="695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8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GND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4145AD-3DEA-41E8-8503-69F256AA7F2A}"/>
              </a:ext>
            </a:extLst>
          </p:cNvPr>
          <p:cNvSpPr txBox="1"/>
          <p:nvPr/>
        </p:nvSpPr>
        <p:spPr>
          <a:xfrm>
            <a:off x="4944313" y="1972479"/>
            <a:ext cx="1081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2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Power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CD3E78E-3864-4268-8371-35B91AB9811F}"/>
              </a:ext>
            </a:extLst>
          </p:cNvPr>
          <p:cNvCxnSpPr>
            <a:cxnSpLocks/>
          </p:cNvCxnSpPr>
          <p:nvPr/>
        </p:nvCxnSpPr>
        <p:spPr bwMode="auto">
          <a:xfrm>
            <a:off x="7034263" y="3490459"/>
            <a:ext cx="2654879" cy="7171"/>
          </a:xfrm>
          <a:prstGeom prst="straightConnector1">
            <a:avLst/>
          </a:prstGeom>
          <a:solidFill>
            <a:srgbClr val="475F77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8369694-0E6C-4083-939B-FB095B52F7B6}"/>
              </a:ext>
            </a:extLst>
          </p:cNvPr>
          <p:cNvSpPr/>
          <p:nvPr/>
        </p:nvSpPr>
        <p:spPr>
          <a:xfrm>
            <a:off x="890446" y="2751057"/>
            <a:ext cx="2000828" cy="375829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Capacitive Sensor1-T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1D23471-50B0-44AB-B3D3-ECC2D2E1B19D}"/>
              </a:ext>
            </a:extLst>
          </p:cNvPr>
          <p:cNvSpPr/>
          <p:nvPr/>
        </p:nvSpPr>
        <p:spPr>
          <a:xfrm>
            <a:off x="890446" y="3223543"/>
            <a:ext cx="2000828" cy="375829"/>
          </a:xfrm>
          <a:prstGeom prst="rect">
            <a:avLst/>
          </a:prstGeom>
          <a:solidFill>
            <a:srgbClr val="FFC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</a:rPr>
              <a:t>Capacitive Sensor1-R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155E6FA-9595-4175-8B7E-C291688A1C8B}"/>
              </a:ext>
            </a:extLst>
          </p:cNvPr>
          <p:cNvCxnSpPr>
            <a:cxnSpLocks/>
          </p:cNvCxnSpPr>
          <p:nvPr/>
        </p:nvCxnSpPr>
        <p:spPr>
          <a:xfrm flipH="1">
            <a:off x="4635927" y="2236442"/>
            <a:ext cx="1168744" cy="0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tailEnd type="triangle"/>
          </a:ln>
          <a:effectLst/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7D0E1A84-ED49-44D2-A033-58DC322E1F4F}"/>
              </a:ext>
            </a:extLst>
          </p:cNvPr>
          <p:cNvCxnSpPr>
            <a:cxnSpLocks/>
          </p:cNvCxnSpPr>
          <p:nvPr/>
        </p:nvCxnSpPr>
        <p:spPr bwMode="auto">
          <a:xfrm>
            <a:off x="4654337" y="3498767"/>
            <a:ext cx="1150334" cy="0"/>
          </a:xfrm>
          <a:prstGeom prst="straightConnector1">
            <a:avLst/>
          </a:prstGeom>
          <a:solidFill>
            <a:srgbClr val="475F77"/>
          </a:solidFill>
          <a:ln w="19050" cap="flat" cmpd="sng" algn="ctr">
            <a:solidFill>
              <a:srgbClr val="00B0F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9AF8FE52-F443-470B-8548-25438FBD2A82}"/>
              </a:ext>
            </a:extLst>
          </p:cNvPr>
          <p:cNvSpPr txBox="1"/>
          <p:nvPr/>
        </p:nvSpPr>
        <p:spPr>
          <a:xfrm>
            <a:off x="4871913" y="3223543"/>
            <a:ext cx="1081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SIG1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450DEC2D-0B24-4D76-8DD7-D394755CDB64}"/>
              </a:ext>
            </a:extLst>
          </p:cNvPr>
          <p:cNvCxnSpPr>
            <a:cxnSpLocks/>
          </p:cNvCxnSpPr>
          <p:nvPr/>
        </p:nvCxnSpPr>
        <p:spPr bwMode="auto">
          <a:xfrm flipV="1">
            <a:off x="2891274" y="2938971"/>
            <a:ext cx="491639" cy="1"/>
          </a:xfrm>
          <a:prstGeom prst="straightConnector1">
            <a:avLst/>
          </a:prstGeom>
          <a:solidFill>
            <a:srgbClr val="475F77"/>
          </a:solidFill>
          <a:ln w="9525" cap="flat" cmpd="sng" algn="ctr">
            <a:solidFill>
              <a:srgbClr val="FFC000"/>
            </a:solidFill>
            <a:prstDash val="solid"/>
            <a:round/>
            <a:headEnd type="triangle"/>
            <a:tailEnd type="triangle"/>
          </a:ln>
        </p:spPr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98294351-CEBB-464A-A5BF-E1101FC9DCED}"/>
              </a:ext>
            </a:extLst>
          </p:cNvPr>
          <p:cNvCxnSpPr>
            <a:cxnSpLocks/>
          </p:cNvCxnSpPr>
          <p:nvPr/>
        </p:nvCxnSpPr>
        <p:spPr bwMode="auto">
          <a:xfrm flipV="1">
            <a:off x="2891274" y="3409956"/>
            <a:ext cx="491639" cy="1"/>
          </a:xfrm>
          <a:prstGeom prst="straightConnector1">
            <a:avLst/>
          </a:prstGeom>
          <a:solidFill>
            <a:srgbClr val="475F77"/>
          </a:solidFill>
          <a:ln w="9525" cap="flat" cmpd="sng" algn="ctr">
            <a:solidFill>
              <a:srgbClr val="FFC000"/>
            </a:solidFill>
            <a:prstDash val="solid"/>
            <a:round/>
            <a:headEnd type="triangle"/>
            <a:tailEnd type="triangle"/>
          </a:ln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8079DC53-2073-4499-AFAC-FD35B2429109}"/>
              </a:ext>
            </a:extLst>
          </p:cNvPr>
          <p:cNvCxnSpPr>
            <a:cxnSpLocks/>
          </p:cNvCxnSpPr>
          <p:nvPr/>
        </p:nvCxnSpPr>
        <p:spPr bwMode="auto">
          <a:xfrm flipV="1">
            <a:off x="7046785" y="2619161"/>
            <a:ext cx="2654879" cy="510"/>
          </a:xfrm>
          <a:prstGeom prst="straightConnector1">
            <a:avLst/>
          </a:prstGeom>
          <a:solidFill>
            <a:srgbClr val="475F77"/>
          </a:solidFill>
          <a:ln w="28575" cap="flat" cmpd="sng" algn="ctr">
            <a:solidFill>
              <a:srgbClr val="7030A0"/>
            </a:solidFill>
            <a:prstDash val="solid"/>
            <a:round/>
            <a:headEnd type="triangle"/>
            <a:tailEnd type="triangle"/>
          </a:ln>
        </p:spPr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9A94909-66F0-42E9-9567-9F23CE6C6CD3}"/>
              </a:ext>
            </a:extLst>
          </p:cNvPr>
          <p:cNvSpPr txBox="1"/>
          <p:nvPr/>
        </p:nvSpPr>
        <p:spPr>
          <a:xfrm>
            <a:off x="8568148" y="2243415"/>
            <a:ext cx="857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8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LIN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80CE2F48-A8C2-4369-AABC-6F62539495B9}"/>
              </a:ext>
            </a:extLst>
          </p:cNvPr>
          <p:cNvCxnSpPr>
            <a:cxnSpLocks/>
          </p:cNvCxnSpPr>
          <p:nvPr/>
        </p:nvCxnSpPr>
        <p:spPr bwMode="auto">
          <a:xfrm flipV="1">
            <a:off x="4663933" y="2592381"/>
            <a:ext cx="1140738" cy="1"/>
          </a:xfrm>
          <a:prstGeom prst="straightConnector1">
            <a:avLst/>
          </a:prstGeom>
          <a:solidFill>
            <a:srgbClr val="475F77"/>
          </a:solidFill>
          <a:ln w="2857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</p:spPr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A62F556C-41B4-4DEC-BBAD-7F8FC055E27E}"/>
              </a:ext>
            </a:extLst>
          </p:cNvPr>
          <p:cNvSpPr txBox="1"/>
          <p:nvPr/>
        </p:nvSpPr>
        <p:spPr>
          <a:xfrm>
            <a:off x="4933934" y="2324226"/>
            <a:ext cx="10816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UART</a:t>
            </a:r>
            <a:endParaRPr lang="zh-CN" altLang="en-US" sz="1800" b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652340C-78BF-409C-8D7F-E452FD052E4D}"/>
              </a:ext>
            </a:extLst>
          </p:cNvPr>
          <p:cNvSpPr/>
          <p:nvPr/>
        </p:nvSpPr>
        <p:spPr>
          <a:xfrm>
            <a:off x="9711259" y="1381927"/>
            <a:ext cx="1788013" cy="4094145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 cap="flat" cmpd="sng" algn="ctr">
            <a:solidFill>
              <a:schemeClr val="accent1">
                <a:lumMod val="50000"/>
              </a:scheme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kern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DIU/VIU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26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626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24</Words>
  <Application>Microsoft Office PowerPoint</Application>
  <PresentationFormat>宽屏</PresentationFormat>
  <Paragraphs>15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钟 国立</dc:creator>
  <cp:lastModifiedBy>钟 国立</cp:lastModifiedBy>
  <cp:revision>3</cp:revision>
  <dcterms:created xsi:type="dcterms:W3CDTF">2025-11-10T08:32:31Z</dcterms:created>
  <dcterms:modified xsi:type="dcterms:W3CDTF">2025-11-11T10:05:35Z</dcterms:modified>
</cp:coreProperties>
</file>